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7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23D5C"/>
                </a:solidFill>
                <a:latin typeface="Microsoft JhengHei"/>
              </a:defRPr>
            </a:pPr>
            <a:r>
              <a:t>統計學（一）</a:t>
            </a:r>
          </a:p>
          <a:p>
            <a:pPr>
              <a:defRPr sz="2900">
                <a:solidFill>
                  <a:srgbClr val="377678"/>
                </a:solidFill>
                <a:latin typeface="Microsoft JhengHei"/>
              </a:defRPr>
            </a:pPr>
            <a:r>
              <a:t>Week 10｜貝氏定理、決策樹與計數法</a:t>
            </a:r>
          </a:p>
          <a:p>
            <a:pPr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更新機率判斷・整理多階段事件・計算可能結果數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理解貝氏定理中事前機率與事後機率的意義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利用新證據更新事件發生的機率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用決策樹整理多階段事件的可能路徑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理解計數法在古典機率中的角色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區分排列與組合的核心差異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利用階乘、排列與組合計算可能結果數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從 W07 到 W10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W07 已學會條件機率 P(B|A) 與乘法規則。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W08、W09 為評量週。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W10 回到 Chapter 5 後半段：5-5 貝氏定理、5-6 決策樹、5-7 計數法。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1｜貝氏定理在做什麼？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我們先有一個對原因的原始判斷。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當新的結果或證據出現後，再重新修正原來的機率。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因此貝氏定理可理解為：用新證據更新原有判斷。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事前機率與事後機率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事前機率（prior probability）：尚未看到新證據前，對原因事件的原始機率。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事後機率（posterior probability）：看到新證據後，重新計算原因事件的機率。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「事後」不是事情全部結束，而是「證據已經出現之後」。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貝氏定理｜兩事件形式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23D5C"/>
                </a:solidFill>
                <a:latin typeface="Cambria Math"/>
              </a:defRPr>
            </a:pPr>
            <a:r>
              <a:t>P(A|B) = P(A)P(B|A) / P(B)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由已觀察到的 B，反推原因 A 的事後機率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貝氏定理｜多個原因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 A₁、A₂、…、Aₖ 形成樣本空間的分割，而 B 是觀察到的結果。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看到 B 之後，可以比較 B 究竟比較可能來自哪一個 Aᵢ。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分母 P(B) 可由各原因產生 B 的聯合機率加總得到。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全機率｜分母怎麼來？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23D5C"/>
                </a:solidFill>
                <a:latin typeface="Cambria Math"/>
              </a:defRPr>
            </a:pPr>
            <a:r>
              <a:t>P(B) = Σ P(Aᵢ)P(B|Aᵢ)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各原因 Aᵢ 形成樣本空間的分割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例題｜兩家工廠供貨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某零件由 A 廠供應 60%，B 廠供應 40%。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A 廠不良率 2%，B 廠不良率 5%。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現在抽到一個不良品 D。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問題：這個不良品來自 B 廠的機率是多少？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例題｜先算不良品總機率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P(D)=P(A)P(D|A)+P(B)P(D|B)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=0.60×0.02+0.40×0.05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=0.012+0.020=0.032。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例題｜看到不良品後更新判斷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P(B|D)=P(B)P(D|B) / P(D)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=0.40×0.05 / 0.032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=0.020 / 0.032=0.625。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所以抽到不良品後，來自 B 廠的事後機率為 62.5%。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事前 → 證據 → 事後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00200"/>
          <a:ext cx="9418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/>
                <a:gridCol w="3139440"/>
                <a:gridCol w="313944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階段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A 廠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B 廠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事前機率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看到「不良品」後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62.5%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70916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新證據讓原本 40% 的 B 廠機率更新為 62.5%。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貝氏定理最容易錯在哪？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把 P(B|A) 與 P(A|B) 當成一樣。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忘記分母是「觀察到這項證據的總機率」。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沒有先確認各原因事件是否形成完整分割。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只背公式，卻不知道題目是在「由結果回推原因」。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2｜決策樹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原講義在貝氏定理後接著安排決策樹。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決策樹可把多階段事件依發生順序畫成分支。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每一條完整路徑代表一種可能情況。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決策樹｜先分原因，再分結果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第一層：A 廠 0.60、B 廠 0.40。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第二層：各自再分為良品與不良品。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沿著同一路徑相乘，可得到聯合機率。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例如 B 廠且不良：0.40×0.05=0.020。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決策樹與貝氏定理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決策樹不是另一套機率公式。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它是把條件機率與乘法規則用圖形整理。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各條「導向同一結果」的路徑再相加，可得到該結果的總機率。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3｜為什麼需要計數法？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古典機率常用：有利結果數 ÷ 全部可能結果數。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當可能結果很多時，一個一個列舉很慢，也容易漏掉。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計數法就是用有系統的方法算出「共有幾種可能」。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計數法｜基本乘法原理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若第一步有 m 種選擇，第二步有 n 種選擇。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每一種第一步都可以搭配每一種第二步。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則兩步共有 m×n 種結果。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基本乘法原理｜穿搭例子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3 件上衣、2 件褲子。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每件上衣都可搭配 2 件褲子。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共有 3×2=6 種搭配。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這就是後面排列法的基本直覺。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4｜階乘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20240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23D5C"/>
                </a:solidFill>
                <a:latin typeface="Cambria Math"/>
              </a:defRPr>
            </a:pPr>
            <a:r>
              <a:t>n! = n × (n−1) × … × 2 × 1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例如 4!=4×3×2×1=24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階乘｜例子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5!=5×4×3×2×1=120。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3!=3×2×1=6。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並約定 0!=1。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階乘常出現在排列與組合公式中。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5｜排列：順序很重要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n 個相異物體全部排成一列，共有 n! 種排列。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若從 n 個相異物體中取 r 個排列，順序不同就算不同結果。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關鍵字：排座位、名次、順序、密碼位置。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排列｜公式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23D5C"/>
                </a:solidFill>
                <a:latin typeface="Cambria Math"/>
              </a:defRPr>
            </a:pPr>
            <a:r>
              <a:t>P(n,r) = n! / (n−r)!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從 n 個相異物體中取 r 個排列；順序重要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排列｜例題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5 位同學中選 3 位排成一列。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P(5,3)=5!/(5−3)!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=5×4×3=60 種。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ABC 與 BAC 是不同排列。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6｜組合：只選、不管順序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從 n 個相異物體中取 r 個，只在乎選到哪些，不在乎先後順序。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關鍵字：選代表、組成小組、抽樣。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同一批人換順序，仍算同一個組合。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組合｜公式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23D5C"/>
                </a:solidFill>
                <a:latin typeface="Cambria Math"/>
              </a:defRPr>
            </a:pPr>
            <a:r>
              <a:t>C(n,r) = n! / [r!(n−r)!]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從 n 個相異物體中取 r 個；順序不重要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組合｜例題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5 位同學中選 3 位組成小組。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C(5,3)=5!/[3!(5−3)!]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=10 種。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ABC、BAC、CAB 都是同一組。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排列 vs. 組合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417320"/>
          <a:ext cx="10058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89154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判斷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排列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組合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順序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重要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不重要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5 人取 3 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排前三名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選 3 人小組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ABC 與 BAC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不同結果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同一結果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計數法與機率連起來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若所有結果等可能，先用排列或組合算出全部可能結果數。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再算符合事件條件的有利結果數。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最後回到古典機率：P(A)=有利結果數／全部結果數。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本週整合｜三件事其實連在一起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貝氏定理：看到結果後，更新原因的機率。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決策樹：把多階段條件機率與路徑整理清楚。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計數法：在可能結果很多時，快速算出結果數。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三者都建立在 W06–W07 的樣本空間、條件機率與乘法規則之上。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離開教室前｜1 分鐘檢核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看到新證據後重新計算原因的機率，叫做事前還是事後機率？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5 人選 3 人「排成一列」應用排列還是組合？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5 人選 3 人「組成小組」應用排列還是組合？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W10 |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