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3000">
                <a:solidFill>
                  <a:srgbClr val="377678"/>
                </a:solidFill>
                <a:latin typeface="Microsoft JhengHei"/>
              </a:defRPr>
            </a:pPr>
            <a:r>
              <a:t>Week 05｜分散情形量數</a:t>
            </a:r>
          </a:p>
          <a:p>
            <a:pPr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全距・四分位距・平均絕對離差・變異數・標準差・變異係數・偏態・峰度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說明為什麼只知道平均數仍不足以描述資料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計算全距、四分位距與平均絕對離差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區分母體與樣本的變異數、標準差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解釋標準差大小代表的資料分散程度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利用變異係數比較不同單位或不同平均水準的資料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辨識偏態與峰度的基本概念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W04 到 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W03–W04：我們用代表值描述資料的「中心」。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但兩群資料即使平均數相同，分散程度可能完全不同。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W05 要回答：資料離中心到底有多遠？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同樣平均數，真的一樣嗎？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組：48、49、50、51、52，平均數＝50。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B 組：20、35、50、65、80，平均數＝50。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兩組中心相同，但 B 組明顯更分散。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所以描述資料不能只看集中趨勢。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4｜分散情形量數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全距（Range）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四分位距（Interquartile Range）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平均絕對離差（Mean Absolute Deviation）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變異數與標準差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變異係數（Coefficient of Variation）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偏態與峰度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平均數與標準差對次數分配的解讀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1｜全距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全距是最簡單的分散量數。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只看資料中的最大值與最小值。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數值越大，表示資料從最小到最大拉得越開。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全距｜公式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6596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R = Xmax − Xmin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最大值減最小值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全距｜快速例題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資料：12、15、18、20、27。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最大值＝27，最小值＝12。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全距 R＝27－12＝15。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全距的限制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只使用最大值與最小值兩筆資料。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完全沒有使用中間其他觀測值。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因此很容易受到極端值影響。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2｜四分位距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四分位距利用 Q₁ 與 Q₃ 描述中間 50% 資料的散布範圍。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比全距更不容易受到兩端極端值影響。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四分位距｜公式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6596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IQR = Q₃ − Q₁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描述中間 50% 資料的散布範圍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四分位距｜直覺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最小值 ── Q₁ ═════ 中間 50% ═════ Q₃ ── 最大值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IQR 只看 Q₁ 到 Q₃ 的距離。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兩端非常大或非常小的值，對 IQR 的影響較小。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3｜平均絕對離差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先算每筆資料與平均數的距離。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若直接把離差加總，正負會互相抵消。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因此取絕對值後再求平均。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平均絕對離差｜公式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874519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MAD = Σ |Xᵢ − x̄| / n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將每筆資料與平均數的距離取絕對值後平均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為什麼不能直接平均離差？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資料與平均數的離差加總為 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這是算術平均數的重要性質。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所以要衡量「距離」時，需要用絕對值或平方避免正負抵消。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4｜變異數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變異數以「離差平方」衡量資料分散程度。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每筆資料先減平均數，再平方，最後取平均。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平方後不會有正負抵消問題。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母體變異數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874519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σ² = Σ (Xᵢ − μ)² / N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μ：母體平均數；N：母體資料個數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樣本變異數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874519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s² = Σ (Xᵢ − x̄)² / (n − 1)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x̄：樣本平均數；n：樣本資料個數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為什麼樣本變異數除以 n－1？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母體變異數與樣本變異數的公式不同。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樣本變異數使用 n－1 作為分母。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本課先記住公式與符號差異；其統計推論理由將在後續課程逐步理解。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例題｜樣本變異數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97536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X−x̄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−3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(X−x̄)²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70916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x̄＝5；s²＝20 ÷ (4－1)＝6.67。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5｜標準差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標準差是變異數的正平方根。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變異數的單位會平方；標準差則回到原資料的單位。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因此標準差通常比變異數更容易直接解讀。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標準差｜公式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6596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σ = √σ²　　　s = √s²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標準差與原始資料具有相同單位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標準差怎麼看？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標準差小：資料較集中在平均數附近。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標準差大：資料較分散。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標準差＝0：所有觀測值完全相同。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平均數相同，標準差不同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944880"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資料組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觀測值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平均數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分散情形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48、49、50、51、52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20、35、50、65、80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0060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平均數相同，不代表資料分布相同；標準差能補足這項資訊。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6｜變異係數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若兩組資料的單位不同，或平均數水準差很多，直接比較標準差可能不公平。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變異係數把標準差相對於平均數表示，常以百分比呈現。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變異係數｜公式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874519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CV = (s / x̄) × 100%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用相對比例描述標準差相對於平均數的大小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例題｜誰比較穩定？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甲投資平均報酬 10%，標準差 2%，CV＝20%。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乙投資平均報酬 20%，標準差 6%，CV＝30%。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若以相對變異程度判斷，甲的 CV 較小，波動相對較低。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7｜偏態與峰度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偏態：描述分配是否對稱，以及尾巴偏向哪一側。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峰度：描述分配形狀的尖峭或扁平程度。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本週以辨識與解讀為主，不把重點放在複雜計算。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偏態｜平均數、中位數與眾數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對稱分配：三者通常接近。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右偏分配：右尾較長，平均數容易被右側大值拉高。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左偏分配：左尾較長，平均數容易被左側小值拉低。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本週整合｜中心＋分散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平均數告訴我們「中心在哪裡」。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全距、IQR、MAD、變異數、標準差告訴我們「資料散得多開」。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CV 用於比較相對分散程度。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偏態與峰度補充描述分配形狀。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全距使用哪兩個資料值？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標準差越大，資料通常越集中還是越分散？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兩組資料單位或平均水準不同時，可用哪個指標比較相對分散程度？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W05 |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