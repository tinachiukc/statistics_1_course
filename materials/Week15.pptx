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100">
                <a:solidFill>
                  <a:srgbClr val="377678"/>
                </a:solidFill>
                <a:latin typeface="Microsoft JhengHei"/>
              </a:defRPr>
            </a:pPr>
            <a:r>
              <a:t>Week 15｜超幾何分配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有限母體・不放回抽樣・成功個數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說明超幾何分配適用的抽樣情境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辨識有限母體、不放回抽樣與成功個數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區分超幾何分配與二項分配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辨識公式中的 N、M、n、x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計算超幾何分配的單一機率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理解抽樣比例很小時與二項分配的近似關係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W14 到 W15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W14 的二項分配假設每次成功機率 p 固定，而且各次可視為獨立。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但若從有限母體「抽出後不放回」，母體內容會改變。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因此下一次抽中的機率也會跟著改變。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這就是超幾何分配要處理的情境。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本週對應原講義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Chapter 6 的 6-7：超幾何分配。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原講義把它安排在二項分配之後，方便直接比較。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原講義也整理超幾何、二項與 Poisson 三種分配的近似關係。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1｜先看一個抽樣情境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盒中共有 10 個零件，其中 4 個是不良品、6 個是良品。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現在一次抽出 3 個，而且抽出後不放回。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X＝抽到的不良品個數。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問：恰好抽到 2 個不良品的機率是多少？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為什麼不能直接當二項分配？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第一次抽之前，不良品比例為 4/10。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如果第一次抽到不良品且不放回，下一次不良品比例變成 3/9。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每次成功機率不再固定。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各次抽樣結果也不是彼此獨立。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2｜超幾何分配的核心情境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母體大小有限。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母體可分成「成功」與「非成功」兩類。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從母體中抽取固定 n 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抽樣是不放回。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X＝樣本中成功的個數。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超幾何分配｜符號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143000"/>
          <a:ext cx="8503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意義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有限母體總數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母體中成功項目數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N−M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母體中非成功項目數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抽樣數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樣本中的成功個數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把盒中零件例題翻成符號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143000"/>
          <a:ext cx="9235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480"/>
                <a:gridCol w="3078480"/>
                <a:gridCol w="307848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數值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意義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全部零件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不良品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N−M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良品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抽出件數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要抽到的不良品數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3｜超幾何分配公式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P(X=x) = [C(M,x) · C(N−M,n−x)] / C(N,n)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有限母體 N 中有 M 個成功項目，不放回抽 n 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公式為什麼長這樣？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C(M,x)：從 M 個成功項目中選出 x 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C(N−M,n−x)：從其餘非成功項目中選出 n−x 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兩者相乘＝符合事件的抽樣組合數。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C(N,n)＝從全部 N 個中抽 n 個的所有組合數。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例題｜10 個中 4 個不良，抽 3 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N=10，M=4，n=3。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求恰好 2 個不良品，所以 x=2。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剩下 1 個必須從 6 個良品中抽出。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例題｜恰好 2 個不良品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P(X=2)=[C(4,2)C(6,1)]/C(10,3) = 36/120 = 0.300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恰好抽到 2 個不良品的機率為 0.30。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X 可以取哪些值？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不可能小於 0，也不可能超過抽樣數 n。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也不可能超過母體中的成功個數 M。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同時還要考慮樣本中至少必須包含多少成功項目。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實際題目可先依情境列出可能的 x 值，再代公式。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4｜超幾何 vs. 二項：最重要的差異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3444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比較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二項分配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超幾何分配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母體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可視為很大／重複試驗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有限母體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抽樣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獨立；p 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不放回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成功機率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每次相同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會隨抽樣改變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常見符號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n,p,x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N,M,n,x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同一個情境｜放回與不放回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若每抽一件後放回，母體比例恢復，成功機率保持固定。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若每抽一件後不放回，母體組成改變，成功機率隨抽樣結果改變。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所以「放不放回」往往是辨識兩種分配最快的線索。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例題｜抽學生代表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某班 12 人，其中 5 人具有某項資格。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隨機抽 4 人組成小組，而且同一人不會被抽兩次。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X＝小組中具有資格的人數。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這是有限母體、不放回抽樣，因此適合超幾何分配。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抽學生代表｜恰好 2 人符合資格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P(X=2)=[C(5,2)C(7,2)]/C(12,4) = 0.4242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12 人中 5 人符合資格，不放回抽 4 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5｜期望值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超幾何分配的期望成功個數仍可用「樣本數 × 母體成功比例」理解。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若母體成功比例為 M/N，抽 n 個，平均成功個數為 n(M/N)。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超幾何分配｜期望值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E(X) = n · (M/N)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樣本數 × 母體成功比例。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例題｜期望抽到幾個不良品？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盒中 N=10，其中 M=4 個不良品，抽 n=3 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E(X)=n(M/N)=3×4/10=1.2。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長期重複同類抽樣時，平均每次約抽到 1.2 個不良品。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6｜變異數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超幾何分配的變異數會多一個「有限母體修正」因子。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原因正是不放回抽樣造成各次結果相依。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本週先認得公式與意義，不把代數推導作為重點。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超幾何分配｜變異數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23D5C"/>
                </a:solidFill>
                <a:latin typeface="Cambria Math"/>
              </a:defRPr>
            </a:pPr>
            <a:r>
              <a:t>Var(X)=n(M/N)(1−M/N) · [(N−n)/(N−1)]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最後一項為有限母體修正因子。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有限母體修正因子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(N−n)/(N−1) 反映不放回抽樣造成的變異縮減。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當 n 相對 N 很小時，這個因子會接近 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此時超幾何分配與二項分配會變得很接近。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7｜何時可用二項分配近似？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原講義整理：當 n/N ≤ 0.05 時，可用二項分配取代超幾何分配。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也就是抽樣比例不超過母體的 5% 時，不放回造成的影響較小。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此時可取 p=M/N，使用二項分配近似。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近似關係｜先看抽樣比例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23D5C"/>
                </a:solidFill>
                <a:latin typeface="Cambria Math"/>
              </a:defRPr>
            </a:pPr>
            <a:r>
              <a:t>n/N ≤ 0.05  →  可用二項分配近似超幾何分配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原講義所列的 5% 判斷準則。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題型辨識｜先不要急著找公式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看到有限母體總數 N。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看到其中成功項目數 M。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看到抽取 n 個，而且不放回。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問樣本中成功個數 X。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這四個訊號同時出現，就優先想到超幾何分配。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二項還是超幾何？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280160"/>
          <a:ext cx="9601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情境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較適合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投擲硬幣 10 次，算正面次數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二項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 件產品中不放回抽 5 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超幾何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每位顧客購買機率固定，觀察 8 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二項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班上 30 人中不放回抽 4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超幾何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本週解題流程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Step 1：確認有限母體與不放回。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Step 2：找 N、M、n、x。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Step 3：檢查 x 是否可能發生。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Step 4：代入組合公式。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Step 5：若題目問近似，再檢查 n/N 是否 ≤ 0.05。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本週整合｜一句話抓住超幾何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二項分配：成功機率 p 固定、各次獨立。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超幾何分配：有限母體中不放回抽樣，成功機率會隨抽樣改變。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公式本質：符合條件的組合數 ÷ 全部可能的組合數。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從 20 件產品中不放回抽 5 件，應先想到二項還是超幾何？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超幾何公式中的 N 與 n 分別代表什麼？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n/N≤0.05，原講義指出可用哪一種分配近似？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W15 |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