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3000">
                <a:solidFill>
                  <a:srgbClr val="377678"/>
                </a:solidFill>
                <a:latin typeface="Microsoft JhengHei"/>
              </a:defRPr>
            </a:pPr>
            <a:r>
              <a:t>Week 07｜事件機率與機率運算</a:t>
            </a:r>
          </a:p>
          <a:p>
            <a:pPr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機率理論・加法規則・條件機率・乘法規則・獨立與相依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區分古典機率、相對次數機率與主觀機率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運用餘事件與加法規則計算事件機率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理解條件機率的意義與符號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利用條件機率與乘法規則求聯合機率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區分相依事件、獨立事件與互斥事件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從表格或情境判斷應使用哪一種機率規則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 W06 到 W07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W06：先把事件、樣本空間、交集與聯集的語言學會。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W07：開始真正計算「事件發生的可能性」。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今天的主軸不是背公式，而是先判斷：題目在問「或」？「而且」？還是「已知……之下」？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Chapter 5｜本週範圍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5-3 機率理論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5-4 事件機率之運算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原講義後續尚有 5-5 貝氏定理、5-6 決策樹、5-7 計數法。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本週先把基本機率運算打穩，不一次塞入全部後續內容。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1｜古典機率理論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適用於各基本出象「等可能」的情況。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若樣本空間共有 N 個等可能出象，每一個基本出象機率為 1/N。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所有基本出象的機率總和為 1。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古典機率｜公平骰子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公平骰子有 6 個等可能結果。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P(1)=P(2)=…=P(6)=1/6。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事件 A＝出現偶數＝{2,4,6}。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P(A)=3/6=1/2。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2｜相對次數機率理論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重複實驗很多次後，以事件實際出現的相對次數估計機率。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觀察次數越多，相對次數通常越趨穩定。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這種觀點由實際資料與長期頻率建立機率。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相對次數｜直覺例子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某事件在 1,000 次觀察中出現 200 次。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相對次數＝200/1000＝0.20。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因此可用 0.20 作為事件發生機率的經驗估計。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3｜主觀機率理論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根據個人目前掌握的有限資訊，判斷某出象或事件發生的可能性。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它不是單純亂猜，而是依現有資訊與判斷形成。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例如專家依市場資訊評估某事件未來發生的可能性。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三種機率觀點怎麼分？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機率觀點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核心依據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簡單例子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古典機率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各基本結果等可能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公平骰子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相對次數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大量重複觀察的頻率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1,000 次中出現 200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主觀機率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現有資訊＋判斷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專家評估未來事件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機率的基本公理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任一事件 A：0 ≤ P(A) ≤ 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整個樣本空間：P(S)=1。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若事件彼此互斥，其聯集機率可直接將各事件機率相加。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4｜餘事件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 與 Aᶜ 互斥，而且兩者合起來就是整個樣本空間。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所以知道 A 的機率，就能立即求出 A 不發生的機率。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餘事件｜公式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920240"/>
            <a:ext cx="10058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23D5C"/>
                </a:solidFill>
                <a:latin typeface="Cambria Math"/>
              </a:defRPr>
            </a:pPr>
            <a:r>
              <a:t>P(Aᶜ) = 1 − P(A)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A 與 Aᶜ 互斥，且 P(A)+P(Aᶜ)=1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餘事件｜快速例題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某學生準時到課的機率為 0.85。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未準時到課是「準時到課」的餘事件。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P(未準時)=1−0.85=0.15。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5｜加法規則：互斥事件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當 A 與 B 互斥，不可能同時發生。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因此「A 或 B」的機率可以直接相加。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互斥事件｜加法公式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920240"/>
            <a:ext cx="10058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223D5C"/>
                </a:solidFill>
                <a:latin typeface="Cambria Math"/>
              </a:defRPr>
            </a:pPr>
            <a:r>
              <a:t>P(A ∪ B) = P(A) + P(B)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前提：A ∩ B = 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互斥事件｜骰子例題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擲一次公平骰子。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A＝出現 1；B＝出現 6。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A 與 B 互斥。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P(A∪B)=1/6+1/6=2/6=1/3。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6｜加法規則：非互斥事件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 A 與 B 可能同時發生，直接相加會把交集重複算一次。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所以必須把重複的 P(A∩B) 減掉。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非互斥事件｜加法公式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920240"/>
            <a:ext cx="10058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23D5C"/>
                </a:solidFill>
                <a:latin typeface="Cambria Math"/>
              </a:defRPr>
            </a:pPr>
            <a:r>
              <a:t>P(A ∪ B) = P(A) + P(B) − P(A ∩ B)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減掉被重複計算一次的交集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非互斥｜旅遊例題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某旅遊調查：P(溪頭)=0.50，P(杉林溪)=0.40，同時去過兩地 P(溪頭∩杉林溪)=0.30。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至少去過其中一地：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P(A∪B)=0.50+0.40−0.30=0.60。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交集不為 0，因此兩事件不是互斥。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看到「或」先問什麼？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先判斷兩事件是否互斥。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互斥：P(A∪B)=P(A)+P(B)。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非互斥：P(A∪B)=P(A)+P(B)−P(A∩B)。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不要看到「或」就只會直接相加。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7｜條件機率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條件機率：在事件 A 已經發生的前提下，事件 B 發生的機率。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記為 P(B|A)。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直覺：樣本空間已經縮小到 A 裡面，再看其中有多少同時屬於 B。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條件機率｜公式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874519"/>
            <a:ext cx="10058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23D5C"/>
                </a:solidFill>
                <a:latin typeface="Cambria Math"/>
              </a:defRPr>
            </a:pPr>
            <a:r>
              <a:t>P(B | A) = P(A ∩ B) / P(A)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前提：P(A)&gt;0；已知 A 發生後重新看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條件機率｜班級例題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417320"/>
          <a:ext cx="8503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84582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特徵／性別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男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女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戴眼鏡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沒戴眼鏡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07492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已知抽到男生，問此人戴眼鏡的機率。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條件機率｜一步一步看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全班 50 人，其中男生 20 人。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男生且戴眼鏡 12 人。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已知抽到的是男生後，樣本空間不再是 50 人，而是 20 位男生。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P(戴眼鏡|男生)=12/20=0.60。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8｜乘法規則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由條件機率公式可整理出聯合機率的乘法規則。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要算「A 而且 B」時，可先算 A，再乘上 A 已發生之下 B 的條件機率。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乘法規則｜公式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828800"/>
            <a:ext cx="10058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377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223D5C"/>
                </a:solidFill>
                <a:latin typeface="Cambria Math"/>
              </a:defRPr>
            </a:pPr>
            <a:r>
              <a:t>P(A ∩ B) = P(A)P(B | A) = P(B)P(A | B)</a:t>
            </a:r>
          </a:p>
          <a:p>
            <a:pPr algn="ctr">
              <a:defRPr sz="1600">
                <a:solidFill>
                  <a:srgbClr val="2D2D2D"/>
                </a:solidFill>
                <a:latin typeface="Microsoft JhengHei"/>
              </a:defRPr>
            </a:pPr>
            <a:r>
              <a:t>A∩B 也稱二事件的聯合機率（joint probability）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9｜相依事件與獨立事件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相依事件：A 是否發生會影響 B 的發生機率。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獨立事件：B 的發生機率不受 A 是否發生影響。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獨立時：P(B|A)=P(B)，且 P(A∩B)=P(A)P(B)。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獨立事件｜硬幣例題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連續擲兩次公平硬幣。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第一次正面不會影響第二次正面的機率。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P(兩次皆正面)=1/2×1/2=1/4。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互斥 ≠ 獨立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互斥：兩事件不能同時發生。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獨立：一事件是否發生不影響另一事件的機率。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原講義特別提醒：「獨立與互斥是二個不同的觀念」。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不要把兩個名詞當成同義詞。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本週整合｜看到關鍵字先判斷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「A 或 B」→ 加法規則。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「A 而且 B」→ 交集／乘法規則。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「已知 A 發生」→ 條件機率。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「不會受到 A 是否發生影響」→ 獨立事件。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「不能同時發生」→ 互斥事件。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P(A)=0.7，則 P(Aᶜ)=？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若 A、B 非互斥，P(A∪B) 為什麼不能只把兩者直接相加？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「已知抽到的是男生，再問戴眼鏡機率」屬於哪一種機率？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W07 |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