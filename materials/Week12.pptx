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2800">
                <a:solidFill>
                  <a:srgbClr val="377678"/>
                </a:solidFill>
                <a:latin typeface="Microsoft JhengHei"/>
              </a:defRPr>
            </a:pPr>
            <a:r>
              <a:t>Week 12｜累積分配、聯合機率與期望值</a:t>
            </a:r>
          </a:p>
          <a:p>
            <a:pPr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CDF・聯合機率・邊際機率・期望值・變異數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計算不連續隨機變數的累積分配函數 F(x)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說明離散型累積分配函數的階梯狀與非遞減特性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辨識二個變數機率表中的聯合機率與邊際機率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計算不連續機率分配的期望值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計算不連續機率分配的變異數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運用期望值與變異數的基本性質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W11 到 W12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W11 已經會看 X 的可能值與 P(x)。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W12 第一件事：把 P(x) 一路累加成 F(x)。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接著從一個變數擴充到二個變數，再用機率作為權重求期望值與變異數。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本週對應原講義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6-2 機率分配：四、累積分配函數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6-3 二個變數之機率分配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6-4 不連續機率分配之期望值與變異數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本週做到 6-4；W13 才進 6-5 柏努利分配。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1｜累積分配函數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原講義：不連續隨機變數 X 之累積分配，是「X 之值累積到 x 值」的機率。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也就是把所有小於或等於 x 的機率加起來。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CDF｜公式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23D5C"/>
                </a:solidFill>
                <a:latin typeface="Cambria Math"/>
              </a:defRPr>
            </a:pPr>
            <a:r>
              <a:t>F(x) = P(X ≤ x) = Σ P(i),  i ≤ x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累積分配：把所有不超過 x 的機率加總。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CDF｜三枚硬幣例題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600200"/>
          <a:ext cx="9784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16"/>
                <a:gridCol w="1956816"/>
                <a:gridCol w="1956816"/>
                <a:gridCol w="1956816"/>
                <a:gridCol w="1956816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3434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令 X＝投擲 3 枚硬幣出現正面的次數。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F(2) 怎麼算？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F(2)=P(X≤2)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=P(0)+P(1)+P(2)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=1/8+3/8+3/8=7/8。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「累積到 2」表示 0、1、2 都要包含。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累積分配表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55448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975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F(x)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7/8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CDF 的五項特性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F(−∞)=0。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F(+∞)=1。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對任意 x，0≤F(x)≤1。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P(X&gt;x)=1−P(X≤x)=1−F(x)。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為不連續隨機變數時，F(x) 的圖形為階梯狀且非遞減。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為什麼是階梯狀？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離散型 X 只在特定數值上增加機率。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兩個可能值之間沒有新的機率加入，因此 F(x) 保持不變。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到下一個可能值時再向上跳一階。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2｜二個變數之機率分配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現在同時觀察兩個變數。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原講義以「性別 × 是否及格」的二維表格說明。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表格中間的格子與表格邊緣，代表兩種不同機率。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原講義例子｜性別 × 及格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418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性別＼及格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及格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不及格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3｜聯合機率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原講義：出現在表之中間的 P(xᵢ,yⱼ) 稱為聯合機率。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它表示 X 與 Y 的某兩個條件「同時」發生。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例如：男生且及格＝0.1。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4｜邊際機率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原講義：P(xᵢ) 與 P(yⱼ) 出現在表的邊緣（邊際），故稱為邊際機率。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它把另一個變數的各種情況加總後，只看其中一個變數。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聯合 vs. 邊際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329184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位置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名稱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例子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表格中間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聯合機率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P(男且及格)=0.1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表格邊緣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邊際機率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P(男)=0.4；P(及格)=0.3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如何由聯合機率得到邊際機率？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把同一列的聯合機率加總，可得到該列的邊際機率。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把同一欄的聯合機率加總，可得到該欄的邊際機率。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例如男生邊際機率＝0.1+0.3=0.4。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5｜期望值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原講義把變數 X 的期望值記為 E(x)。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每個可能值 xᵢ 乘上它的機率 P(xᵢ)，再全部加總。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可以把期望值理解為機率加權後的長期平均。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期望值｜公式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23D5C"/>
                </a:solidFill>
                <a:latin typeface="Cambria Math"/>
              </a:defRPr>
            </a:pPr>
            <a:r>
              <a:t>μₓ = E(X) = Σ xᵢ P(xᵢ)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以各可能值的機率作為權重。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期望值｜原講義例題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9326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376"/>
                <a:gridCol w="1865376"/>
                <a:gridCol w="1865376"/>
                <a:gridCol w="1865376"/>
                <a:gridCol w="1865376"/>
              </a:tblGrid>
              <a:tr h="118872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期望值計算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E(X)=1×0.1+2×0.4+3×0.2+4×0.3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=0.1+0.8+0.6+1.2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=2.7。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期望值不是「一定會出現的值」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E(X) 描述長期平均水準。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它不一定是 X 實際可能取到的某一個值。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例如保險理賠的長期期望值可以是 2,000 元，但單次結果可能只有 0 或 2,000,000 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原講義｜保險例題的期望概念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飛機失事機率 1/1000。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若失事，保險公司理賠 2,000,000 元；未失事理賠 0 元。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E(X)=0×0.999+2,000,000×0.001=2,000。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原講義用此說明「長期多次」平均而言的理賠金額。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6｜變異數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若各觀測值的發生機率不同，變異數也要把機率納入。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原講義記為 Var(x) 或 σ²ₓ。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它衡量隨機變數相對於期望值的分散程度。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變異數｜定義公式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23D5C"/>
                </a:solidFill>
                <a:latin typeface="Cambria Math"/>
              </a:defRPr>
            </a:pPr>
            <a:r>
              <a:t>Var(X) = Σ (xᵢ − μ)² P(xᵢ)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各離差平方，再以發生機率加權。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變異數｜捷徑公式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23D5C"/>
                </a:solidFill>
                <a:latin typeface="Cambria Math"/>
              </a:defRPr>
            </a:pPr>
            <a:r>
              <a:t>Var(X) = E(X²) − μ² = E(X²) − [E(X)]²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原講義提供的另一種計算方式。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原講義例題｜先算 E(X²)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32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x²P(x)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70916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E(X²)=0.1+1.6+1.8+4.8=8.3。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原講義例題｜變異數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已知 E(X)=2.7，E(X²)=8.3。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Var(X)=E(X²)−[E(X)]²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=8.3−2.7²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=1.01。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7｜期望值之性質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23D5C"/>
                </a:solidFill>
                <a:latin typeface="Cambria Math"/>
              </a:defRPr>
            </a:pPr>
            <a:r>
              <a:t>E(c)=c　　　E(aX+b)=aE(X)+b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原講義的兩項期望值性質。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8｜變異數之性質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23D5C"/>
                </a:solidFill>
                <a:latin typeface="Cambria Math"/>
              </a:defRPr>
            </a:pPr>
            <a:r>
              <a:t>Var(c)=0　　　Var(aX+b)=a²Var(X)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加上常數 b 不改變分散；乘 a 時變異數乘 a²。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本週整合｜四層概念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P(x)：某一個 X 值的機率。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F(x)：累積到 x 為止的機率。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P(x,y)：兩個變數某兩種情況同時發生的聯合機率；表邊是邊際機率。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E(X) 與 Var(X)：用整個機率分配描述中心與分散。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F(2) 是 P(X=2) 還是 P(X≤2)？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二維機率表中間的格子叫聯合機率還是邊際機率？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E(X) 的計算為什麼要把每個 x 乘上 P(x)？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W12 |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