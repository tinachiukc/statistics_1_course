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3000">
                <a:solidFill>
                  <a:srgbClr val="377678"/>
                </a:solidFill>
                <a:latin typeface="Microsoft JhengHei"/>
              </a:defRPr>
            </a:pPr>
            <a:r>
              <a:t>Week 06｜機率基礎與集合概念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集合・隨機實驗・出象・樣本空間・事件・機率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理解集合與元素的基本表示方式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辨識全集合、部分集合、餘集合與空集合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理解交集、聯集、互斥與分割的概念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說明隨機實驗、出象、樣本空間與事件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以簡單實驗列出樣本空間與事件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建立事件發生機率的基本概念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從描述資料走向不確定性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W01–W05：我們一直在描述「已經觀察到的資料」。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從 W06 開始，要處理「事情還沒發生，但可能會發生什麼？」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機率是後續機率分配與統計推論的重要基礎。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5｜機率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5-1 集合理論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5-2 機率相關名詞定義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5-3 機率理論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5-4 事件機率之運算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5-5 貝氏定理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5-6 決策樹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5-7 計數法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W06 先處理 5-1、5-2 與機率基本概念；事件機率運算留到 W07。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1｜什麼是集合？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集合：具有某種共同特性的元素所形成的群體。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元素：集合中的個別成員。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通常以大寫英文字母表示集合，以小寫字母或數值表示元素。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集合的表示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 A＝{1, 2, 3, 4}。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1、2、3、4 是集合 A 的元素。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2 屬於 A，可寫成 2 ∈ A。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5 不屬於 A，可寫成 5 ∉ A。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2｜全集合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全集合（universal set，又稱宇集合）：我們所討論現象中全部元素所成的集合。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通常以 U 或 S 表示。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後續談餘集合時，必須先知道全集合的範圍。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部分集合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部分集合（subset，又稱子集合）：由全集合中的部分元素所形成。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A 的每一個元素都屬於 S，則 A 是 S 的部分集合。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餘集合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事件 A 以外、但仍屬於全集合 S 的所有元素，形成 A 的餘集合。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可寫成 Aᶜ 或 A′。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直覺：A 沒有發生時，就是 A 的餘事件發生。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空集合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不包含任何元素的集合稱為空集合。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常以 ∅ 表示。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在機率中，不可能事件可用空集合表示。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3｜交集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與 B 的交集：同時屬於 A 且屬於 B 的元素。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符號：A ∩ B。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關鍵字：「而且」、「同時」。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交集｜例子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S＝{1,2,3,4,5,6}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A＝{2,4,6}（偶數）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B＝{4,5,6}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∩ B＝{4,6}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4｜聯集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與 B 的聯集：屬於 A、屬於 B，或同時屬於兩者的元素。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符號：A ∪ B。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關鍵字：「或」。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聯集｜例子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S＝{1,2,3,4,5,6}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A＝{2,4,6}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B＝{4,5,6}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∪ B＝{2,4,5,6}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交集 vs. 聯集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概念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符號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文字關鍵字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意思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交集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A ∩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而且、同時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同時屬於 A 與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聯集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A ∪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屬於 A 或 B（含兩者）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5｜互斥事件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A 與 B 不可能同時發生，稱為互斥。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也就是 A ∩ B＝∅。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例如擲一次骰子：「出現 1」與「出現 6」不可能同時發生。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6｜分割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若若干事件彼此互斥，而且聯集等於整個樣本空間，就形成一個分割。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直覺：把整個可能世界切成不重疊、又沒有漏掉的幾塊。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集合概念｜課堂小練習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S＝{1,2,3,4,5,6}，A＝{1,3,5}，B＝{4,5,6}。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請找出：A ∩ B、A ∪ B、Aᶜ。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與 B 是否互斥？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7｜什麼是隨機實驗？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在相同條件下可以重複執行。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所有可能結果事前已知。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但在真正執行前，無法確定這一次會出現哪一種結果。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隨機實驗｜生活例子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擲一枚硬幣。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擲一顆骰子。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抽取一張撲克牌。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觀察明日某股票收盤價上漲或下跌。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共同點：可能結果可以描述，但事前不能確定哪一個發生。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8｜出象（outcome）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出象，也稱「結果」。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指一次隨機實驗可能出現的單一現象或結果。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例如擲一顆骰子，出現 4 就是一個出象。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9｜樣本空間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樣本空間（sample space）：所有可能出象所形成的集合。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通常以 S 表示。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擲一顆骰子：S＝{1,2,3,4,5,6}。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樣本空間｜兩枚硬幣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同時擲兩枚硬幣：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S＝{HH, HT, TH, TT}。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H 表正面，T 表反面。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列樣本空間時，要確認所有可能結果都列到，而且彼此可區分。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10｜事件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事件（event）：具有某種特性的出象所形成的集合。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因此事件本身是樣本空間的部分集合。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例如擲骰子，「出現偶數」事件 A＝{2,4,6}。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事件｜從文字變成集合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隨機實驗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樣本空間 S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事件 A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擲一顆骰子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{1,2,3,4,5,6}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出現偶數＝{2,4,6}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擲一枚硬幣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{H,T}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出現正面＝{H}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擲兩枚硬幣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{HH,HT,TH,TT}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恰有一個正面＝{HT,TH}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11｜事件發生機率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事件發生機率：描述該事件未來發生的可能性有多大。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機率值介於 0 與 1 之間。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越接近 0，表示越不可能；越接近 1，表示越可能。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機率的兩個端點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P(A)＝0：不可能事件。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P(A)＝1：必然事件。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一般事件：0 ≤ P(A) ≤ 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簡單等可能情況｜直覺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若所有基本結果同樣可能，事件機率可由「有利結果數 ÷ 全部可能結果數」理解。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擲公平骰子，A＝出現偶數＝{2,4,6}。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P(A)＝3/6＝1/2。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正式的古典、相對次數與主觀機率將在 W07 延續。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本週整合｜先把語言學會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集合語言：元素、部分集合、餘集合、交集、聯集、互斥、分割。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機率語言：隨機實驗 → 出象 → 樣本空間 → 事件 → 事件發生機率。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先能正確描述事件，下一週才進一步做事件機率運算。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擲一顆骰子的樣本空間 S 是什麼？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「出現偶數」事件包含哪些出象？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∩ B 的意思是「A 或 B」還是「A 與 B 同時」？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W06 |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