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3100">
                <a:solidFill>
                  <a:srgbClr val="377678"/>
                </a:solidFill>
                <a:latin typeface="Microsoft JhengHei"/>
              </a:defRPr>
            </a:pPr>
            <a:r>
              <a:t>Week 14｜二項分配的應用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恰好・至多・至少・累積機率・題型辨識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確認題目是否符合二項分配條件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從文字敘述找出 n、x、p、q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計算「恰好 x 次」的二項機率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將「至多、至少、超過、不超過」翻譯成 X 的範圍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利用加總或餘事件計算累積機率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解讀 E(X)=np 與 Var(X)=npq 的實際意義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W13 已經知道什麼？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二項分配來自柏努利實驗獨立重複 n 次。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X＝n 次中的成功總次數。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P(X=x)=C(n,x)pˣqⁿ⁻ˣ。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E(X)=np；Var(X)=npq。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W14 不再重新推公式，重點改成「看懂題目、選對範圍」。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第一關｜先確認是不是二項分配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固定 n 次。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每次只有成功／失敗兩種互斥結果。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各次實驗彼此獨立。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每次成功機率 p 相同。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是成功總次數。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第二關｜把文字翻成符號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143000"/>
          <a:ext cx="96012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文字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機率符號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恰好 k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P(X=k)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至多 k 次／不超過 k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P(X≤k)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至少 k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P(X≥k)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超過 k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P(X&gt;k)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少於 k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P(X&lt;k)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題型 1｜恰好 x 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「恰好 3 次成功」就是 P(X=3)。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只需要計算單一 x 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直接代入二項分配公式。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1｜恰好 3 人購買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某促銷活動中，每位顧客購買機率為 0.30。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假設 5 位顧客是否購買彼此獨立。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令 X＝5 位顧客中購買的人數。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求恰好 3 人購買的機率。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1｜先辨識 n、x、p、q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77440" y="1325880"/>
          <a:ext cx="7406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370332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符號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數值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1｜代入公式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23D5C"/>
                </a:solidFill>
                <a:latin typeface="Cambria Math"/>
              </a:defRPr>
            </a:pPr>
            <a:r>
              <a:t>P(X=3)=C(5,3)(0.3)³(0.7)² = 0.1323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恰好 3 人購買的機率約 13.23%。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題型 2｜至多 x 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「至多 2 次」表示不超過 2 次。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所以包含 X=0、1、2。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P(X≤2)=P(0)+P(1)+P(2)。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這就是二項分配的累積機率。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2｜至多 1 件不良品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某產品不良率為 0.10，抽查 4 件，假設可視為獨立且不良率固定。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令 X＝4 件中的不良品數。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求至多 1 件不良品的機率。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2｜展開範圍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Cambria Math"/>
              </a:defRPr>
            </a:pPr>
            <a:r>
              <a:t>P(X≤1) = P(X=0) + P(X=1)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「至多 1 件」包含 0 件與 1 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2｜計算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23D5C"/>
                </a:solidFill>
                <a:latin typeface="Cambria Math"/>
              </a:defRPr>
            </a:pPr>
            <a:r>
              <a:t>P(X≤1)=(0.9)⁴+4(0.1)(0.9)³ = 0.9477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至多 1 件不良品的機率約 94.77%。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題型 3｜至少 x 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「至少 1 次」表示 X≥1。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可以直接算 P(1)+P(2)+…，但項目很多時較麻煩。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常用餘事件：P(X≥1)=1−P(X=0)。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至少一次｜最常用的餘事件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23D5C"/>
                </a:solidFill>
                <a:latin typeface="Cambria Math"/>
              </a:defRPr>
            </a:pPr>
            <a:r>
              <a:t>P(X≥1) = 1 − P(X=0)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「至少一次」的相反事件就是「一次都沒有」。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3｜至少 1 人回覆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每位顧客回覆問卷的機率為 0.20。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隨機聯絡 5 位顧客，假設彼此獨立。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令 X＝回覆人數。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求至少 1 人回覆的機率。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3｜用餘事件比較快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23D5C"/>
                </a:solidFill>
                <a:latin typeface="Cambria Math"/>
              </a:defRPr>
            </a:pPr>
            <a:r>
              <a:t>P(X≥1)=1−P(X=0)=1−(0.8)⁵ = 0.6723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至少 1 人回覆的機率約 67.23%。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題型 4｜超過／少於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325880"/>
          <a:ext cx="9235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7720"/>
                <a:gridCol w="461772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敘述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範圍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超過 2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X&gt;2 → 3,4,…,n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至少 2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X≥2 → 2,3,…,n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少於 2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X&lt;2 → 0,1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至多 2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X≤2 → 0,1,2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文字題最容易錯的地方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「至少 2」要包含 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「超過 2」不包含 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「至多 2」要包含 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「少於 2」不包含 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先寫 X 的範圍，再開始按計算機。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累積機率｜其實就是把多個 P(x) 加起來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W12 已學過 F(x)=P(X≤x)。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現在 P(x) 剛好是二項分配的機率。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 P(X≤k)=Σ P(X=x)，x=0,…,k。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概念沒有換，只是 P(x) 有了二項公式。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4｜不超過 2 次成功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X~Binomial(n=5,p=0.4)。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求 P(X≤2)。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先寫成 P(0)+P(1)+P(2)，再逐項計算。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4｜三項機率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828800"/>
          <a:ext cx="9601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  <a:gridCol w="240030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P(X=x)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0.0778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0.2592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0.3456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4｜加總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23D5C"/>
                </a:solidFill>
                <a:latin typeface="Cambria Math"/>
              </a:defRPr>
            </a:pPr>
            <a:r>
              <a:t>P(X≤2)=P(0)+P(1)+P(2) = 0.6826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不超過 2 次成功的機率約 68.26%。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用餘事件減少計算量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若要求 P(X≥4)，直接算 P(4)+P(5) 只有兩項，可以直接加。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若要求 P(X≥1)，用 1−P(0) 最快。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原則：選擇項數較少、較不容易出錯的算法。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期望值的應用｜np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E(X)=np 是長期重複相同情境時的平均成功次數。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 n=100、p=0.03，E(X)=3。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意思不是每一批 100 件一定恰好有 3 件，而是長期平均約為 3 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變異數與標準差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Cambria Math"/>
              </a:defRPr>
            </a:pPr>
            <a:r>
              <a:t>Var(X)=npq　　　SD(X)=√(npq)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變異數描述成功次數的分散；標準差回到與 X 相同的單位。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二項分配題目的標準解題流程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Step 1：定義 X＝成功總次數。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Step 2：確認二項分配四條件。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Step 3：找 n、p、q。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Step 4：把「恰好／至多／至少」寫成 X 的範圍。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Step 5：選單項公式、加總或餘事件。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Step 6：最後再解讀答案。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綜合練習｜先不要算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某客服中心每通電話能在 3 分鐘內處理完的機率為 0.8。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隨機觀察 6 通電話，假設各通處理結果獨立且成功機率相同。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令 X＝3 分鐘內處理完的電話數。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請先寫：n＝？ p＝？ q＝？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「至少 5 通」應寫成哪一些 X 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綜合練習｜答案架構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n=6，p=0.8，q=0.2。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至少 5 通：X≥5。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 P(X≥5)=P(X=5)+P(X=6)。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先把範圍寫對，比急著算數字更重要。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W14 與後續分配的分界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本週二項分配的前提之一：每次成功機率 p 固定，且各次可視為獨立。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下一週超幾何分配會處理「有限母體、不放回抽樣」的情況。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 W15 的關鍵問題將是：抽樣方式改變後，還能不能直接用二項分配？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本週整合｜看到文字先翻譯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恰好 k → P(X=k)。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至多 k／不超過 k → P(X≤k)。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至少 k → P(X≥k)。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超過 k → P(X&gt;k)。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少於 k → P(X&lt;k)。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至少一次 → 常用 1−P(X=0)。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「至多 3 次」包含 X=3 嗎？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「至少 1 次」為什麼常用 1−P(X=0)？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n=10、p=0.2，E(X)=？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W14 |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