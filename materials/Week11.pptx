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3000">
                <a:solidFill>
                  <a:srgbClr val="377678"/>
                </a:solidFill>
                <a:latin typeface="Microsoft JhengHei"/>
              </a:defRPr>
            </a:pPr>
            <a:r>
              <a:t>Week 11｜隨機變數與機率分配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把隨機實驗的結果數量化，整理成機率分配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說明隨機變數的意義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理解隨機變數如何把樣本空間對應到數值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區分連續型與不連續型（離散型）隨機變數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說明機率分配的定義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用機率分配表、圖與公式表示機率分配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檢查不連續機率分配的兩項基本特性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Chapter 5 到 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前面學的是「事件發生的機率」。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現在進一步把實驗結果轉成一個數值 X。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再把 X 所有可能取值及其機率整理起來，就得到機率分配。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6｜常用之不連續機率分配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6-1 隨機變數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6-2 機率分配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6-3 二個變數之機率分配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6-4 不連續機率分配之期望值與變異數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6-5 柏努利分配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6-6 二項分配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6-7 超幾何分配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6-8 波瓦松分配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本週範圍｜只做 6-1 與 6-2 前半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W11：隨機變數、離散／連續、機率分配定義、表／圖／公式、基本特性。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W12：累積分配、二變數聯合／邊際機率、期望值與變異數。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W13 之後才進各種常用不連續機率分配。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1｜什麼是隨機變數？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原講義：實驗結果並非常數，而且在實驗之前無法預知實驗結果。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統計分析常把要觀測的現象數量化。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因此可用一個隨機變數，把原本的樣本空間對應到數值。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隨機變數是一個「數值化規則」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隨機變數通常以大寫 X、Y 等表示。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它不是某一次已經觀察到的固定數字。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它描述：每一個可能實驗結果，要對應成哪一個數值。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例題｜投擲 2 枚硬幣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828800"/>
          <a:ext cx="9875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1975104"/>
                <a:gridCol w="1975104"/>
                <a:gridCol w="1975104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樣本空間結果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HH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HT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TH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TT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正面次數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樣本空間 → 隨機變數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令 X＝出現正面的次數。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HH → X=2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HT → X=1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TH → X=1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TT → X=0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四個實驗結果最後被整理成 X 的三種可能值：0、1、2。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隨機變數的觀測值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原講義稱隨機變數的觀測值為變量（variate）。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依觀測值的類型，可分為連續型與不連續型。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不連續型也稱離散型（discrete）。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2｜不連續型（離散型）隨機變數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可能取值是一個一個可以列出的數值。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例如：投擲 2 枚硬幣出現正面的次數 X＝0、1、2。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例如：一天收到的客訴件數 0、1、2、3、……。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3｜連續型隨機變數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可能取值可落在某一區間中的任意數值。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例如：身高、體重、等待時間。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本學期 Chapter 6 主要處理不連續機率分配；連續機率分配屬後續 Statistics II 的內容。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離散還是連續？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325880"/>
          <a:ext cx="85039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變數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類型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一週缺席次數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離散型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銀行等待時間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連續型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投擲骰子的點數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離散型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學生身高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連續型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4｜什麼是機率分配？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原講義定義：將一個實驗的所有可能結果及各結果可能發生的機率列出，稱為機率分配。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對隨機變數 X 而言，就是整理 X 的所有可能取值與對應的 P(x)。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機率分配不是原始樣本空間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樣本空間列出每一個實驗結果。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機率分配把具有相同 X 值的結果合併，並把它們的機率加總。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所以機率分配比原始結果更適合用來分析隨機變數。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投擲 2 枚硬幣｜從結果到分配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103632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可能結果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HH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HT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TH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TT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X：正面次數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各結果機率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00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X=1 對應 HT 與 TH，因此 P(X=1)=1/4+1/4=1/2。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機率分配表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828800"/>
          <a:ext cx="9601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5｜機率分配的表示法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原講義列出三種表示法：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（一）機率分配表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（二）機率分配圖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（三）機率分配公式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三種方式是在描述同一個機率分配。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（一）機率分配表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把 X 的各可能值放在一列。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下一列放每一個 X 值所對應的機率 P(x)。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優點：數值清楚，容易直接查機率。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（二）機率分配圖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橫軸放隨機變數 X 的可能值。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縱軸放對應的機率 P(x)。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不連續隨機變數只在特定 X 值上有機率。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機率分配圖｜2 枚硬幣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55448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975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圖上高度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5488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圖形的三根線只出現在 X=0、1、2；最高點在 X=1。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（三）機率分配公式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若機率可用一般公式表示，就不必逐項列出。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原講義以投擲 2 枚與 3 枚硬幣的正面次數為例。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後面的二項分配就是把這種規律一般化。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 枚硬幣｜公式表示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23D5C"/>
                </a:solidFill>
                <a:latin typeface="Cambria Math"/>
              </a:defRPr>
            </a:pPr>
            <a:r>
              <a:t>P(x) = C(2,x)(1/2)^x(1/2)^(2−x),  x=0,1,2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這裡先認得表示方式；二項分配將在後續週次正式學習。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6｜機率分配的基本特性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原講義列出兩項基本特性。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第一：每一個變量 x 對應的機率 P(x) 必須大於或等於 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第二：所有可能 x 的機率加總必須等於 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基本特性 1｜機率不能是負數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P(x) ≥ 0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每一個可能的 x，其機率都不能小於 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基本特性 2｜所有機率加總為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10332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223D5C"/>
                </a:solidFill>
                <a:latin typeface="Cambria Math"/>
              </a:defRPr>
            </a:pPr>
            <a:r>
              <a:t>Σ P(x) = 1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所有可能結果已完整涵蓋，因此總機率必須等於 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這是不是合法的機率分配？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515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84582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分配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分配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−0.1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分配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07492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A 合法；B 有負機率；C 的機率總和不等於 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課堂小練習｜補出缺少的機率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的可能值為 0、1、2。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P(0)=0.20，P(1)=0.50，P(2)=？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因為全部機率必須加總為 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 P(2)=1−0.20−0.50=0.30。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W11 最重要的轉換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隨機實驗 → 樣本空間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樣本空間 → 用隨機變數 X 數量化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的可能值 → 配上各自機率 P(x)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所有 X 與 P(x) → 機率分配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本週整合｜先會看懂一個機率分配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是什麼？它在數什麼或量什麼？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是離散型還是連續型？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 有哪些可能取值？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每一個 P(x) 是否 ≥ 0？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所有 P(x) 加起來是否 = 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擲兩枚硬幣，令 X＝正面次數，X 有哪些可能值？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機率分配可以用哪三種方式表示？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若某表中的機率加總為 1.15，它是不是合法的機率分配？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W11 |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